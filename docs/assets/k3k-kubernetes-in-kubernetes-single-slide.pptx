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153"/>
                </a:solidFill>
              </a:defRPr>
            </a:pPr>
            <a:r>
              <a:t>K3k: Kubernetes in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3737"/>
                </a:solidFill>
              </a:defRPr>
            </a:pPr>
            <a:r>
              <a:t>Run isolated virtual Kubernetes clusters on top of a host Kubernetes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83153"/>
                </a:solidFill>
              </a:defRPr>
            </a:pPr>
            <a:r>
              <a:t>Architecture (Host Cluster + K3k Runtime)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1005840"/>
            <a:ext cx="5897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83153"/>
                </a:solidFill>
              </a:defRPr>
            </a:pPr>
            <a:r>
              <a:t>Lifecycle / 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5303520" cy="425196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183153"/>
                </a:solidFill>
              </a:defRPr>
            </a:pPr>
            <a:r>
              <a:t>Host Kubernetes Cluster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10312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373737"/>
                </a:solidFill>
              </a:defRPr>
            </a:pPr>
            <a:r>
              <a:t>K3k Controller</a:t>
            </a:r>
          </a:p>
          <a:p>
            <a:pPr>
              <a:defRPr sz="1000" b="1">
                <a:solidFill>
                  <a:srgbClr val="373737"/>
                </a:solidFill>
              </a:defRPr>
            </a:pPr>
            <a:r>
              <a:t>(watches Cluster CRs)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83080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Cluster CR + Namespace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066543"/>
            <a:ext cx="228600" cy="0"/>
          </a:xfrm>
          <a:prstGeom prst="line">
            <a:avLst/>
          </a:prstGeom>
          <a:ln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2606040"/>
            <a:ext cx="2286000" cy="2651760"/>
          </a:xfrm>
          <a:prstGeom prst="roundRect">
            <a:avLst/>
          </a:prstGeom>
          <a:solidFill>
            <a:srgbClr val="EBF4EB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548235"/>
                </a:solidFill>
              </a:defRPr>
            </a:pPr>
            <a:r>
              <a:t>Shared mode (default)</a:t>
            </a:r>
          </a:p>
          <a:p>
            <a:pPr>
              <a:defRPr sz="900"/>
            </a:pPr>
            <a:r>
              <a:t>• Agentless K3s server</a:t>
            </a:r>
          </a:p>
          <a:p>
            <a:pPr>
              <a:defRPr sz="900"/>
            </a:pPr>
            <a:r>
              <a:t>• K3k virtual kubelet provider</a:t>
            </a:r>
          </a:p>
          <a:p>
            <a:pPr>
              <a:defRPr sz="900"/>
            </a:pPr>
            <a:r>
              <a:t>• Workloads run on host cluster</a:t>
            </a:r>
          </a:p>
          <a:p>
            <a:pPr>
              <a:defRPr sz="900"/>
            </a:pPr>
            <a:r>
              <a:t>• Uses host CNI + storage</a:t>
            </a:r>
          </a:p>
          <a:p>
            <a:pPr>
              <a:defRPr sz="900"/>
            </a:pPr>
            <a:r>
              <a:t>• Isolation: ResourceQuotas,</a:t>
            </a:r>
            <a:br/>
            <a:r>
              <a:t>  LimitRanges, NetworkPolicies, PSA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606040"/>
            <a:ext cx="2240280" cy="2651760"/>
          </a:xfrm>
          <a:prstGeom prst="roundRect">
            <a:avLst/>
          </a:prstGeom>
          <a:solidFill>
            <a:srgbClr val="FCF0E8"/>
          </a:solidFill>
          <a:ln>
            <a:solidFill>
              <a:srgbClr val="C05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C05019"/>
                </a:solidFill>
              </a:defRPr>
            </a:pPr>
            <a:r>
              <a:t>Virtual mode</a:t>
            </a:r>
          </a:p>
          <a:p>
            <a:pPr>
              <a:defRPr sz="900"/>
            </a:pPr>
            <a:r>
              <a:t>• Full K3s cluster:</a:t>
            </a:r>
            <a:br/>
            <a:r>
              <a:t>  server + agent pods</a:t>
            </a:r>
          </a:p>
          <a:p>
            <a:pPr>
              <a:defRPr sz="900"/>
            </a:pPr>
            <a:r>
              <a:t>• Stronger isolation</a:t>
            </a:r>
          </a:p>
          <a:p>
            <a:pPr>
              <a:defRPr sz="900"/>
            </a:pPr>
            <a:r>
              <a:t>• Separate virtual networking/CNI</a:t>
            </a:r>
          </a:p>
          <a:p>
            <a:pPr>
              <a:defRPr sz="900"/>
            </a:pPr>
            <a:r>
              <a:t>• Docs note privileged pods</a:t>
            </a:r>
          </a:p>
          <a:p>
            <a:pPr>
              <a:defRPr sz="900"/>
            </a:pPr>
            <a:r>
              <a:t>• Kata/Sysbox can improve</a:t>
            </a:r>
            <a:br/>
            <a:r>
              <a:t>  isolation (runtimeClassName)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17320"/>
            <a:ext cx="5760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373737"/>
                </a:solidFill>
              </a:defRPr>
            </a:pPr>
            <a:r>
              <a:t>1) User/CI runs: k3kcli cluster create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1984248"/>
            <a:ext cx="0" cy="164592"/>
          </a:xfrm>
          <a:prstGeom prst="line">
            <a:avLst/>
          </a:prstGeom>
          <a:ln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97880" y="2148840"/>
            <a:ext cx="5760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373737"/>
                </a:solidFill>
              </a:defRPr>
            </a:pPr>
            <a:r>
              <a:t>2) Cluster CR created on host cluster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2715768"/>
            <a:ext cx="0" cy="164592"/>
          </a:xfrm>
          <a:prstGeom prst="line">
            <a:avLst/>
          </a:prstGeom>
          <a:ln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2880360"/>
            <a:ext cx="5760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373737"/>
                </a:solidFill>
              </a:defRPr>
            </a:pPr>
            <a:r>
              <a:t>3) Controller reconciles: namespace, K3s server/agents or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   virtual kubelet, networking and policies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3749039"/>
            <a:ext cx="0" cy="137161"/>
          </a:xfrm>
          <a:prstGeom prst="line">
            <a:avLst/>
          </a:prstGeom>
          <a:ln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97880" y="3886200"/>
            <a:ext cx="5760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373737"/>
                </a:solidFill>
              </a:defRPr>
            </a:pPr>
            <a:r>
              <a:t>4) Virtual cluster becomes Ready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4453128"/>
            <a:ext cx="0" cy="164592"/>
          </a:xfrm>
          <a:prstGeom prst="line">
            <a:avLst/>
          </a:prstGeom>
          <a:ln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97880" y="4617720"/>
            <a:ext cx="5760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373737"/>
                </a:solidFill>
              </a:defRPr>
            </a:pPr>
            <a:r>
              <a:t>5) k3kcli generates kubeconfig -&gt; kubectl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669280"/>
            <a:ext cx="113385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73737"/>
                </a:solidFill>
              </a:defRPr>
            </a:pPr>
            <a:r>
              <a:t>• Controller watches Cluster CRs and provisions namespaces, K3s server/agents, and networking.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• Shared mode: agentless server + virtual kubelet; host cluster executes workloads.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• Virtual mode: full K3s control plane with stronger isolation and separate virtual networking.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• k3kcli creates clusters and generates kubeconfigs.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